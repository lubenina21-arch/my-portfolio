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1355F1-57F3-49F3-AEE9-2FD8299EE8CE}" v="3" dt="2026-09-17T11:44:33.3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5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настасия Лубенина" userId="347b27c220662ba3" providerId="LiveId" clId="{EFCC40E0-1A1D-4E6D-B0FF-7E7706B163F1}"/>
    <pc:docChg chg="modSld">
      <pc:chgData name="Анастасия Лубенина" userId="347b27c220662ba3" providerId="LiveId" clId="{EFCC40E0-1A1D-4E6D-B0FF-7E7706B163F1}" dt="2026-09-17T11:44:40.158" v="10"/>
      <pc:docMkLst>
        <pc:docMk/>
      </pc:docMkLst>
      <pc:sldChg chg="addSp delSp modSp mod">
        <pc:chgData name="Анастасия Лубенина" userId="347b27c220662ba3" providerId="LiveId" clId="{EFCC40E0-1A1D-4E6D-B0FF-7E7706B163F1}" dt="2026-09-17T11:44:40.158" v="10"/>
        <pc:sldMkLst>
          <pc:docMk/>
          <pc:sldMk cId="0" sldId="256"/>
        </pc:sldMkLst>
        <pc:spChg chg="mod">
          <ac:chgData name="Анастасия Лубенина" userId="347b27c220662ba3" providerId="LiveId" clId="{EFCC40E0-1A1D-4E6D-B0FF-7E7706B163F1}" dt="2026-09-17T11:44:37.753" v="8" actId="20577"/>
          <ac:spMkLst>
            <pc:docMk/>
            <pc:sldMk cId="0" sldId="256"/>
            <ac:spMk id="15" creationId="{00000000-0000-0000-0000-000000000000}"/>
          </ac:spMkLst>
        </pc:spChg>
        <pc:spChg chg="add del mod">
          <ac:chgData name="Анастасия Лубенина" userId="347b27c220662ba3" providerId="LiveId" clId="{EFCC40E0-1A1D-4E6D-B0FF-7E7706B163F1}" dt="2026-09-17T11:44:33.015" v="4"/>
          <ac:spMkLst>
            <pc:docMk/>
            <pc:sldMk cId="0" sldId="256"/>
            <ac:spMk id="16" creationId="{29636B25-F6CB-AB28-9BAC-ACB94F65BA34}"/>
          </ac:spMkLst>
        </pc:spChg>
        <pc:spChg chg="add del mod">
          <ac:chgData name="Анастасия Лубенина" userId="347b27c220662ba3" providerId="LiveId" clId="{EFCC40E0-1A1D-4E6D-B0FF-7E7706B163F1}" dt="2026-09-17T11:44:40.158" v="10"/>
          <ac:spMkLst>
            <pc:docMk/>
            <pc:sldMk cId="0" sldId="256"/>
            <ac:spMk id="17" creationId="{83B21B53-6360-55E8-A5BB-F179606772C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7077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10607040" y="4937760"/>
            <a:ext cx="2194560" cy="219456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10744200" y="507492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11071098" y="5276088"/>
            <a:ext cx="352044" cy="603504"/>
          </a:xfrm>
          <a:prstGeom prst="roundRect">
            <a:avLst>
              <a:gd name="adj" fmla="val 1298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1113343" y="5348508"/>
            <a:ext cx="267553" cy="374172"/>
          </a:xfrm>
          <a:prstGeom prst="roundRect">
            <a:avLst>
              <a:gd name="adj" fmla="val 102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«Мой оператор связи»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Мобильное приложение абонента — спецификация требований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4754880" cy="0"/>
          </a:xfrm>
          <a:prstGeom prst="line">
            <a:avLst/>
          </a:prstGeom>
          <a:noFill/>
          <a:ln w="12700">
            <a:solidFill>
              <a:srgbClr val="3E4A8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4904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Лубенина Анастасия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DIPLOM-SALBAN-3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486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B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Дипломный руководитель: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5486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dirty="0">
                <a:solidFill>
                  <a:schemeClr val="bg1"/>
                </a:solidFill>
              </a:rPr>
              <a:t>Дмитрий Столяров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Контекст и цель проекта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5087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Заказчик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901952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Компания — оператор сотовой связи для физических лиц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9260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Текущая ситуация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3319272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Абонент узнаёт баланс и тариф только через офис продаж или колл-центр: долгое ожидание, неудобный график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43434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проекта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736592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Мобильное приложение для самостоятельной работы с балансом, тарифом и опциями — без визита в офис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0" y="1463040"/>
            <a:ext cx="3749040" cy="4663440"/>
          </a:xfrm>
          <a:prstGeom prst="roundRect">
            <a:avLst>
              <a:gd name="adj" fmla="val 1951"/>
            </a:avLst>
          </a:prstGeom>
          <a:solidFill>
            <a:srgbClr val="F0F6FA"/>
          </a:solidFill>
          <a:ln w="12700">
            <a:solidFill>
              <a:srgbClr val="D6E4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8732520" y="2788920"/>
            <a:ext cx="2011680" cy="20116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9386316" y="3191256"/>
            <a:ext cx="704088" cy="1207008"/>
          </a:xfrm>
          <a:prstGeom prst="roundRect">
            <a:avLst>
              <a:gd name="adj" fmla="val 649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9470807" y="3336097"/>
            <a:ext cx="535107" cy="748345"/>
          </a:xfrm>
          <a:prstGeom prst="roundRect">
            <a:avLst>
              <a:gd name="adj" fmla="val 51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8138160" y="50292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Самообслуживание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один тап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Мой оператор связи — мобильное приложение абонента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Основные сценарии использования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34440" y="1417320"/>
            <a:ext cx="4709160" cy="640080"/>
          </a:xfrm>
          <a:prstGeom prst="roundRect">
            <a:avLst>
              <a:gd name="adj" fmla="val 8571"/>
            </a:avLst>
          </a:prstGeom>
          <a:solidFill>
            <a:srgbClr val="F0F6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417320" y="14173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 по номеру телефона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0" y="14630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640080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086600" y="1417320"/>
            <a:ext cx="4709160" cy="640080"/>
          </a:xfrm>
          <a:prstGeom prst="roundRect">
            <a:avLst>
              <a:gd name="adj" fmla="val 8571"/>
            </a:avLst>
          </a:prstGeom>
          <a:solidFill>
            <a:srgbClr val="F0F6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7269480" y="14173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баланса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2468880"/>
            <a:ext cx="4709160" cy="640080"/>
          </a:xfrm>
          <a:prstGeom prst="roundRect">
            <a:avLst>
              <a:gd name="adj" fmla="val 8571"/>
            </a:avLst>
          </a:prstGeom>
          <a:solidFill>
            <a:srgbClr val="F0F6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1417320" y="24688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текущего тарифа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0" y="25146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40080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86600" y="2468880"/>
            <a:ext cx="4709160" cy="640080"/>
          </a:xfrm>
          <a:prstGeom prst="roundRect">
            <a:avLst>
              <a:gd name="adj" fmla="val 8571"/>
            </a:avLst>
          </a:prstGeom>
          <a:solidFill>
            <a:srgbClr val="F0F6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7269480" y="24688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списка всех тарифов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4864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34440" y="3520440"/>
            <a:ext cx="4709160" cy="640080"/>
          </a:xfrm>
          <a:prstGeom prst="roundRect">
            <a:avLst>
              <a:gd name="adj" fmla="val 8571"/>
            </a:avLst>
          </a:prstGeom>
          <a:solidFill>
            <a:srgbClr val="F0F6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1417320" y="35204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тарифа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0" y="35661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640080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86600" y="3520440"/>
            <a:ext cx="4709160" cy="640080"/>
          </a:xfrm>
          <a:prstGeom prst="roundRect">
            <a:avLst>
              <a:gd name="adj" fmla="val 8571"/>
            </a:avLst>
          </a:prstGeom>
          <a:solidFill>
            <a:srgbClr val="F0F6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7269480" y="35204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Подключение/отключение опций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34440" y="4572000"/>
            <a:ext cx="4709160" cy="640080"/>
          </a:xfrm>
          <a:prstGeom prst="roundRect">
            <a:avLst>
              <a:gd name="adj" fmla="val 8571"/>
            </a:avLst>
          </a:prstGeom>
          <a:solidFill>
            <a:srgbClr val="F0F6F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1417320" y="45720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истории изменений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Мой оператор связи — мобильное приложение абонента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функциональные требования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0F6FA"/>
          </a:solidFill>
          <a:ln w="12700">
            <a:solidFill>
              <a:srgbClr val="D6E4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77240" y="16276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 по номеру телефона с SMS-подтверждением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4340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0F6FA"/>
          </a:solidFill>
          <a:ln w="12700">
            <a:solidFill>
              <a:srgbClr val="D6E4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4572000" y="16276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FR5–FR6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20116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тарифа — при достаточном балансе, не чаще раза в 24 часа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0F6FA"/>
          </a:solidFill>
          <a:ln w="12700">
            <a:solidFill>
              <a:srgbClr val="D6E4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8366760" y="16276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66760" y="20116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Активные опции сохраняются при смене тарифа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0F6FA"/>
          </a:solidFill>
          <a:ln w="12700">
            <a:solidFill>
              <a:srgbClr val="D6E4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777240" y="37307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FR8–FR9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11480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Подключение/отключение опций без ограничения по количеству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43400" y="35661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0F6FA"/>
          </a:solidFill>
          <a:ln w="12700">
            <a:solidFill>
              <a:srgbClr val="D6E4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572000" y="37307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411480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изменений тарифов и опций доступна абоненту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35661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0F6FA"/>
          </a:solidFill>
          <a:ln w="12700">
            <a:solidFill>
              <a:srgbClr val="D6E4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8366760" y="37307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66760" y="411480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Отключение опции — мгновенно, без заявки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Мой оператор связи — мобильное приложение абонента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данных (ER-диаграмма)</a:t>
            </a:r>
            <a:endParaRPr lang="en-US" sz="3000" dirty="0"/>
          </a:p>
        </p:txBody>
      </p:sp>
      <p:pic>
        <p:nvPicPr>
          <p:cNvPr id="3" name="Image 0" descr="/home/claude/diplom/er_crowsfo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1691640"/>
            <a:ext cx="7863840" cy="45994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Мой оператор связи — мобильное приложение абонента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Программный интерфейс (Swagger / OpenAPI)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651760" y="155448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и подтверждение SMS-кода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04288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548640" y="23042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51760" y="230428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абонента и баланс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54096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48640" y="3054096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3054096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Текущий тариф, каталог, смена тарифа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03904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548640" y="380390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3803904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опций, подключение/отключение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553712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48640" y="45537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51760" y="455371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изменений тарифов и опций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5440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спецификация — файл moy-operator-api.yml (совместим с editor.swagger.io)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35440" y="1554480"/>
            <a:ext cx="2377440" cy="3291840"/>
          </a:xfrm>
          <a:prstGeom prst="roundRect">
            <a:avLst>
              <a:gd name="adj" fmla="val 3077"/>
            </a:avLst>
          </a:prstGeom>
          <a:solidFill>
            <a:srgbClr val="F0F6FA"/>
          </a:solidFill>
          <a:ln w="12700">
            <a:solidFill>
              <a:srgbClr val="D6E4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9601200" y="2377440"/>
            <a:ext cx="1645920" cy="1645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10136124" y="2706624"/>
            <a:ext cx="576072" cy="987552"/>
          </a:xfrm>
          <a:prstGeom prst="roundRect">
            <a:avLst>
              <a:gd name="adj" fmla="val 793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10205253" y="2825130"/>
            <a:ext cx="437815" cy="612282"/>
          </a:xfrm>
          <a:prstGeom prst="roundRect">
            <a:avLst>
              <a:gd name="adj" fmla="val 626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Мой оператор связи — мобильное приложение абонента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Диаграмма последовательности: смена тарифа</a:t>
            </a:r>
            <a:endParaRPr lang="en-US" sz="2600" dirty="0"/>
          </a:p>
        </p:txBody>
      </p:sp>
      <p:pic>
        <p:nvPicPr>
          <p:cNvPr id="3" name="Image 0" descr="/home/claude/diplom/sequence_tariff_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234440"/>
            <a:ext cx="8595360" cy="5193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Мой оператор связи — мобильное приложение абонента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 дипломной работы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9222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960120" y="162763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Проведено интервью с заказчиком, собраны требования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5915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Построена диаграмма вариантов использования (7 сценариев)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960120" y="27614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Сформулированы функциональные и нефункциональные требования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493008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960120" y="332841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Построена ER-модель данных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059936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960120" y="389534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Разработана OpenAPI (Swagger) спецификация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626864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960120" y="446227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Подготовлена спецификация требований (SRS) с диаграммой последовательности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852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</Words>
  <Application>Microsoft Office PowerPoint</Application>
  <PresentationFormat>Широкоэкранный</PresentationFormat>
  <Paragraphs>90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Анастасия Лубенина</cp:lastModifiedBy>
  <cp:revision>1</cp:revision>
  <dcterms:created xsi:type="dcterms:W3CDTF">2026-09-16T10:45:09Z</dcterms:created>
  <dcterms:modified xsi:type="dcterms:W3CDTF">2026-09-17T11:44:41Z</dcterms:modified>
</cp:coreProperties>
</file>